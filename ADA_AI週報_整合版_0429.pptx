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73152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84448"/>
            <a:ext cx="12188952" cy="36576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4114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AI 應用心得週報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B4"/>
                </a:solidFill>
                <a:latin typeface="Microsoft JhengHei"/>
              </a:rPr>
              <a:t>兩週完整整合報告  |  2026 年 4 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794760"/>
            <a:ext cx="2103120" cy="6858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997756"/>
            <a:ext cx="1828799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採購對帳 AI 實驗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794760"/>
            <a:ext cx="2103120" cy="6858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3997756"/>
            <a:ext cx="1828799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資料夾整理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794760"/>
            <a:ext cx="2103120" cy="6858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997756"/>
            <a:ext cx="1828799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比價換算單位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794760"/>
            <a:ext cx="2103120" cy="685800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997756"/>
            <a:ext cx="1828799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AI 使用量分析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Microsoft JhengHei"/>
              </a:rPr>
              <a:t>廠務助理／採購　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59552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icrosoft JhengHei"/>
              </a:rPr>
              <a:t>達特世生技有限公司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654"/>
                </a:solidFill>
                <a:latin typeface="Microsoft JhengHei"/>
              </a:rPr>
              <a:t>本次報告內容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B8EC4"/>
                </a:solidFill>
                <a:latin typeface="Microsoft JhengHei"/>
              </a:rPr>
              <a:t>兩週 AI 使用心得整合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335024"/>
            <a:ext cx="512064" cy="512064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51152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261872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上週回顧：採購對帳 AI 實驗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27632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截圖→AI比對，找出喬煒少入庫 46 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48256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B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194560"/>
            <a:ext cx="512064" cy="512064"/>
          </a:xfrm>
          <a:prstGeom prst="ellipse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0688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121408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本週一：資料夾整理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487168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重複檔案刪除，節省電腦儲存空間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07791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3054096"/>
            <a:ext cx="512064" cy="512064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70224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980944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本週二：比價換算單位計價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346703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不同單位報價快速換算比較（昊瑞 vs 全程）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67328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913632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29760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84048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本週三：AI 協助新品編碼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206240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提供裝箱單→AI依編碼規則生成7筆新品號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626864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7A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773168"/>
            <a:ext cx="512064" cy="512064"/>
          </a:xfrm>
          <a:prstGeom prst="ellipse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89296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700016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本週四：AI 使用量自我分析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5065775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盤點各項 AI 使用，缺料分析已成每日例行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86399"/>
            <a:ext cx="11365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C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5632703"/>
            <a:ext cx="512064" cy="512064"/>
          </a:xfrm>
          <a:prstGeom prst="ellipse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48832"/>
            <a:ext cx="237744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559551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整體學習心得與下一步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925311"/>
            <a:ext cx="10177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AI 最大功用：創造工具，不只是問答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上週回顧：採購對帳 AI 實驗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48872" cy="530352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2708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B4"/>
                </a:solidFill>
                <a:latin typeface="Microsoft JhengHei"/>
              </a:rPr>
              <a:t>人工對帳 → 沒發現異常  →  改用 AI  →  找出少入庫 46 Kg！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5682996" cy="475488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9364"/>
            <a:ext cx="54086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實驗一：鼎新截圖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39696"/>
            <a:ext cx="5682996" cy="269748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31136"/>
            <a:ext cx="5353812" cy="2514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操作：鼎新系統預覽列印截圖
→ 存入資料夾 → 告知 AI 資料夾路徑
→ AI 自行讀取並比對
對象：喬煒興業（耳繩採購）
結果：發現少入庫 46 Kg！
       差額含稅 10,143 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664208"/>
            <a:ext cx="5682996" cy="475488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1769364"/>
            <a:ext cx="54086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實驗二：拍照 → LINE →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2139696"/>
            <a:ext cx="5682996" cy="269748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2231136"/>
            <a:ext cx="5353812" cy="2514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操作：手機拍照採購單/發票
→ 用 LINE 上傳到資料夾
→ AI 自行讀取資料夾
對象：凱達印刷（包材採購）
結果：解析度足夠！
       採購單與進貨單全部相符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10912"/>
            <a:ext cx="2784348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38928"/>
            <a:ext cx="260146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46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46927"/>
            <a:ext cx="2510028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少入庫量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1548" y="5010912"/>
            <a:ext cx="2784348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2988" y="5138928"/>
            <a:ext cx="260146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10,143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8708" y="6046927"/>
            <a:ext cx="2510028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含稅差額(元)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5010912"/>
            <a:ext cx="2784348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5138928"/>
            <a:ext cx="260146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30 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6046927"/>
            <a:ext cx="2510028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AI完成時間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4564" y="5010912"/>
            <a:ext cx="2784348" cy="155448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6004" y="5138928"/>
            <a:ext cx="260146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2 →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724" y="6046927"/>
            <a:ext cx="2510028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對帳差錯次數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實驗一成果：喬煒興業  截圖 → AI 找出差異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96112"/>
            <a:ext cx="11548872" cy="512064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19556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B4"/>
                </a:solidFill>
                <a:latin typeface="Microsoft JhengHei"/>
              </a:rPr>
              <a:t>鼎新系統截圖 → AI 自行讀取資料夾 → 人工對帳未發現，AI 找出：少入庫 46 Kg！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5660136" cy="4572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8780"/>
            <a:ext cx="52943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採購單　3301-20260223002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29968"/>
            <a:ext cx="5660136" cy="278892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12140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品號：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21408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BEL-JW037-WHT500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50591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品名：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50591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耳繩-喬煒3.7-白500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77977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廠商：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779776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喬煒興業有限公司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10896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單據日期：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08960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2026/02/23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43814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採購數量：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38144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8EC4"/>
                </a:solidFill>
                <a:latin typeface="Microsoft JhengHei"/>
              </a:rPr>
              <a:t>178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767327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採購單價：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67327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210 元/Kg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09651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採購金額：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096512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8EC4"/>
                </a:solidFill>
                <a:latin typeface="Microsoft JhengHei"/>
              </a:rPr>
              <a:t>37,380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2569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含稅合計：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425696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8EC4"/>
                </a:solidFill>
                <a:latin typeface="Microsoft JhengHei"/>
              </a:rPr>
              <a:t>39,249 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572768"/>
            <a:ext cx="5660136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1668780"/>
            <a:ext cx="52943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進貨單　20260226002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029968"/>
            <a:ext cx="5660136" cy="278892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12140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品號：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121408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BEL-JW037-WHT500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450591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品名：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450591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耳繩-喬煒3.7-白500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77977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供應商：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2779776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喬煒興業有限公司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10896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單據日期：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108960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2026/02/26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43814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實收數量：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3438144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JhengHei"/>
              </a:rPr>
              <a:t>132 Kg  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3767327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計價單價：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3767327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210 元/Kg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09651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進貨金額：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4096512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JhengHei"/>
              </a:rPr>
              <a:t>27,720 元  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442569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含稅合計：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4425696"/>
            <a:ext cx="3374136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JhengHei"/>
              </a:rPr>
              <a:t>29,106 元  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956048"/>
            <a:ext cx="11548872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42916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⚠  差異明細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94960"/>
            <a:ext cx="11548872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54681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數量差異：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46811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採購 178 Kg  →  實收 132 Kg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54681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Microsoft JhengHei"/>
              </a:rPr>
              <a:t>少 46 Kg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574243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金額差異（未稅）：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7424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37,380 元  →  27,720 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7424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Microsoft JhengHei"/>
              </a:rPr>
              <a:t>差 9,660 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601675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金額差異（含稅）：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601675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39,249 元  →  29,106 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60167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Microsoft JhengHei"/>
              </a:rPr>
              <a:t>差 10,143 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400800"/>
            <a:ext cx="11548872" cy="347472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49263"/>
            <a:ext cx="1127455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Microsoft JhengHei"/>
              </a:rPr>
              <a:t>後續更正：補開一張採購進貨單，補入 46 Kg（金額 9,660 元，含稅 10,143 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本週一：資料夾整理（重複檔案刪除）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48872" cy="512064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3564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問題：電腦存了很多重複或類似的檔案，佔用大量儲存空間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5682996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23644"/>
            <a:ext cx="54086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以前的困擾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1"/>
            <a:ext cx="5682996" cy="274320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9456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× 同一份報表存了很多版本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9748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× 不確定哪個才是最新版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0040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× 怕刪錯不敢輕易刪除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70332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× 資料夾越來越亂、越來越大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20624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× 搜尋檔案要花很多時間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1627632"/>
            <a:ext cx="5682996" cy="457200"/>
          </a:xfrm>
          <a:prstGeom prst="rect">
            <a:avLst/>
          </a:prstGeom>
          <a:solidFill>
            <a:srgbClr val="2C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6" y="1723644"/>
            <a:ext cx="5408676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AI 協助方式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5916" y="2084831"/>
            <a:ext cx="5682996" cy="274320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219456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√ 說明資料夾結構，讓 AI 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508" y="269748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√ AI 列出可能重複的檔案清單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320040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√ AI 協助判斷哪些版本可刪除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508" y="370332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√ 建議清楚的命名規則（含日期）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508" y="4206240"/>
            <a:ext cx="540867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√ 整理後資料夾層次更清晰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11548872" cy="420624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68519"/>
            <a:ext cx="1118311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0B4"/>
                </a:solidFill>
                <a:latin typeface="Microsoft JhengHei"/>
              </a:rPr>
              <a:t>本週成果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86400"/>
            <a:ext cx="3758184" cy="123444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955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8EC4"/>
                </a:solidFill>
                <a:latin typeface="Microsoft JhengHei"/>
              </a:rPr>
              <a:t>整理方式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61888"/>
            <a:ext cx="348386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Microsoft JhengHei"/>
              </a:rPr>
              <a:t>請 AI 協助規劃資料夾
命名與分類原則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5486400"/>
            <a:ext cx="3758184" cy="123444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555955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7A3E"/>
                </a:solidFill>
                <a:latin typeface="Microsoft JhengHei"/>
              </a:rPr>
              <a:t>節省空間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5961888"/>
            <a:ext cx="348386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Microsoft JhengHei"/>
              </a:rPr>
              <a:t>減少重複檔案佔用的
硬碟儲存容量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5486400"/>
            <a:ext cx="3758184" cy="12344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555955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8A"/>
                </a:solidFill>
                <a:latin typeface="Microsoft JhengHei"/>
              </a:rPr>
              <a:t>命名規則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5961888"/>
            <a:ext cx="348386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Microsoft JhengHei"/>
              </a:rPr>
              <a:t>統一「YYYYMM_品名_版本」
的格式，易於搜尋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本週二：協助比價換算單位計價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48872" cy="512064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0879"/>
            <a:ext cx="1127455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問題：兩家廠商報價單位不同（USD/Kg vs NT$/m²），無法直接比較，需要 AI 協助換算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11548872" cy="43891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6951"/>
            <a:ext cx="1127455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實際案例：採購彈性布料，昊瑞（USD計價） vs 全程（NT$/m²計價），請 AI 換算後比較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21408"/>
            <a:ext cx="11548872" cy="45720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24735"/>
            <a:ext cx="11887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廠商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24735"/>
            <a:ext cx="201168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原始報價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24735"/>
            <a:ext cx="292608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換算條件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24735"/>
            <a:ext cx="21031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換算後（NT$/Kg）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224735"/>
            <a:ext cx="71323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15184"/>
            <a:ext cx="11548872" cy="786384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3103"/>
            <a:ext cx="11887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昊瑞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883103"/>
            <a:ext cx="201168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USD $4.18/Kg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95320"/>
            <a:ext cx="2926080" cy="426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× 1.2運費 × 33匯率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83103"/>
            <a:ext cx="21031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7A3E"/>
                </a:solidFill>
                <a:latin typeface="Microsoft JhengHei"/>
              </a:rPr>
              <a:t>NT$ 165.5/Kg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83103"/>
            <a:ext cx="71323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較低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38144"/>
            <a:ext cx="11548872" cy="786384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06063"/>
            <a:ext cx="11887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全程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706063"/>
            <a:ext cx="201168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NT$18/m²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618280"/>
            <a:ext cx="2926080" cy="426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100,000m²=5,800Kg → 1Kg≈17.24m²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706063"/>
            <a:ext cx="2103120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8A"/>
                </a:solidFill>
                <a:latin typeface="Microsoft JhengHei"/>
              </a:rPr>
              <a:t>NT$ 310.3/Kg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706063"/>
            <a:ext cx="71323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Microsoft JhengHei"/>
              </a:rPr>
              <a:t>較高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61688"/>
            <a:ext cx="11548872" cy="438912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48556"/>
            <a:ext cx="1118311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AI 協助步驟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64608"/>
            <a:ext cx="2784348" cy="100584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01768"/>
            <a:ext cx="251002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JhengHei"/>
              </a:rPr>
              <a:t>提供兩家廠商
的報價資料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2676" y="5138928"/>
            <a:ext cx="11887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8EC4"/>
                </a:solidFill>
                <a:latin typeface="Microsoft JhengHe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1548" y="4864608"/>
            <a:ext cx="2784348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8708" y="5001768"/>
            <a:ext cx="251002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JhengHei"/>
              </a:rPr>
              <a:t>告訴 AI 換算
條件（匯率/運費）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4" y="5138928"/>
            <a:ext cx="11887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8EC4"/>
                </a:solidFill>
                <a:latin typeface="Microsoft Jheng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4864608"/>
            <a:ext cx="2784348" cy="100584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5001768"/>
            <a:ext cx="251002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JhengHei"/>
              </a:rPr>
              <a:t>AI 自動換算
到相同單位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5692" y="5138928"/>
            <a:ext cx="11887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8EC4"/>
                </a:solidFill>
                <a:latin typeface="Microsoft JhengHe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84564" y="4864608"/>
            <a:ext cx="2784348" cy="100584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1724" y="5001768"/>
            <a:ext cx="2510028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JhengHei"/>
              </a:rPr>
              <a:t>AI 給出比較
結論與建議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961888"/>
            <a:ext cx="11548872" cy="804672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053327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8A"/>
                </a:solidFill>
                <a:latin typeface="Microsoft JhengHei"/>
              </a:rPr>
              <a:t>效益：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6053327"/>
            <a:ext cx="10085832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跨幣別（USD→NT$）+ 跨單位（m²→Kg）計算，以前需要多個計算機來回算
只要把廠商報價和換算條件告訴 AI，幾秒鐘就能完成，不用怕算錯！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本週三：AI 協助新品編碼 — 綠沅 6.0mm 耳繩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48872" cy="512064"/>
          </a:xfrm>
          <a:prstGeom prst="rect">
            <a:avLst/>
          </a:prstGeom>
          <a:solidFill>
            <a:srgbClr val="2C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3564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提供裝箱單（PDF）給 AI → AI 讀取顏色與色碼 → 依編碼原則自動生成 7 筆新品號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11548872" cy="68580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7A3E"/>
                </a:solidFill>
                <a:latin typeface="Microsoft JhengHei"/>
              </a:rPr>
              <a:t>編碼格式：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62763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654"/>
                </a:solidFill>
                <a:latin typeface="Microsoft JhengHei"/>
              </a:rPr>
              <a:t>BEL  -  LY  060  -  [顏色3碼][廠商色碼3碼]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94767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Microsoft JhengHei"/>
              </a:rPr>
              <a:t>耳繩      綠沅  6.0mm       顏色代號   廠商色碼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48872" cy="41148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19502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廠商色碼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419502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中文名稱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419502"/>
            <a:ext cx="32004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英文描述（裝箱單）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419502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顏色代號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2419502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品號（新）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79" y="2419502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狀態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79776"/>
            <a:ext cx="11548872" cy="420624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721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L342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3936" y="2872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新粉紅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28062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L342 Pink Baiyuan Earloop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872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PNK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28721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BEL-LY060-PNK342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79" y="2872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36976"/>
            <a:ext cx="115488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293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M064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3329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32634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M064 Grey Baiyuan Earloop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29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GRY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33293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BEL-LY060-GRY064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79" y="3329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94176"/>
            <a:ext cx="11548872" cy="420624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865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M190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73936" y="37865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淺灰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2112" y="37206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M190 Light Grey Blue Baiyuan Earloop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7865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GRY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37865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BEL-LY060-GRY190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79" y="37865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151376"/>
            <a:ext cx="115488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437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L262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936" y="42437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粉紫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41778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L262 Pink Purple Baiyuan Earloop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42437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PUR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1583" y="42437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BEL-LY060-PUR262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79" y="42437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08576"/>
            <a:ext cx="11548872" cy="420624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7009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D335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73936" y="47009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鐵灰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2112" y="46350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D335 Iron Grey Baiyuan Earloop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7009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GRY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47009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BEL-LY060-GRY335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79" y="47009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065776"/>
            <a:ext cx="115488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581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L236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5158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冷灰藍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2112" y="50922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L236 Cool Grey Blue Baiyuan Earloop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5158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BLU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1583" y="51581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BEL-LY060-BLU236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79" y="51581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522976"/>
            <a:ext cx="11548872" cy="420624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615330"/>
            <a:ext cx="1005839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L157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73936" y="5615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淺紫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2112" y="5549493"/>
            <a:ext cx="3200400" cy="367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icrosoft JhengHei"/>
              </a:rPr>
              <a:t>L157 Light Purple Baiyuan Earloop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615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PUR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01583" y="5615330"/>
            <a:ext cx="228600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7A3E"/>
                </a:solidFill>
                <a:latin typeface="Microsoft JhengHei"/>
              </a:rPr>
              <a:t>BEL-LY060-PUR157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79" y="5615330"/>
            <a:ext cx="1097280" cy="235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Microsoft JhengHei"/>
              </a:rPr>
              <a:t>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6199632"/>
            <a:ext cx="11548872" cy="530352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27278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7A3E"/>
                </a:solidFill>
                <a:latin typeface="Microsoft JhengHei"/>
              </a:rPr>
              <a:t>已確認：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37360" y="6272784"/>
            <a:ext cx="1008583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Microsoft JhengHei"/>
              </a:rPr>
              <a:t>灰色系（064 / 190 / 335）使用 GRY，藍灰系（236）使用 BLU，紫色系（157 / 262）使用 PUR，粉色（342）使用 PNK
明日輸入 ERP 建立新品號，完成建檔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本週四：AI 使用量自我分析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48872" cy="512064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3564"/>
            <a:ext cx="11274552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盤點這兩週 AI 的使用情況，看看 Claude 實際幫到了哪些工作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81912"/>
            <a:ext cx="11548872" cy="384048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8663"/>
            <a:ext cx="11274552" cy="250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0B4"/>
                </a:solidFill>
                <a:latin typeface="Microsoft JhengHei"/>
              </a:rPr>
              <a:t>目前 AI 使用類別分析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1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84831"/>
            <a:ext cx="3788664" cy="438912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170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採購對帳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截圖/拍照→AI比對
採購單與進貨單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520439"/>
            <a:ext cx="1188720" cy="27432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4695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高頻使用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144" y="2084831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B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0144" y="2084831"/>
            <a:ext cx="3788664" cy="438912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7304" y="217170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PPT 製作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7304" y="261518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把工作內容說給AI
AI 協助生成投影片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9872" y="3520439"/>
            <a:ext cx="1188720" cy="27432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7032" y="354695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高頻使用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0247" y="2084831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0247" y="2084831"/>
            <a:ext cx="3788664" cy="43891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217170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比價換算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7408" y="261518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不同單位報價換算
找出最划算廠商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9975" y="3520439"/>
            <a:ext cx="1188720" cy="27432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7135" y="354695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中頻使用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59352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7A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59352"/>
            <a:ext cx="3788664" cy="438912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4622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資料夾整理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8970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請AI協助規劃命名
與分類，清除重複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" y="5394960"/>
            <a:ext cx="1188720" cy="274320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42147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中頻使用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0144" y="3959352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0144" y="3959352"/>
            <a:ext cx="3788664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37304" y="404622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缺料分析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7304" y="448970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每日執行缺料分析
新增優先備料排序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872" y="5394960"/>
            <a:ext cx="11887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47032" y="542147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每日使用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80247" y="3959352"/>
            <a:ext cx="3788664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80247" y="3959352"/>
            <a:ext cx="3788664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7408" y="4046220"/>
            <a:ext cx="3514344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問題解答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7408" y="4489704"/>
            <a:ext cx="3514344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工作問題查詢
換算說明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9975" y="5394960"/>
            <a:ext cx="11887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7135" y="5421477"/>
            <a:ext cx="914400" cy="221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日常使用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053328"/>
            <a:ext cx="11548872" cy="68580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1081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0B4"/>
                </a:solidFill>
                <a:latin typeface="Microsoft JhengHei"/>
              </a:rPr>
              <a:t>使用趨勢：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6108192"/>
            <a:ext cx="9811512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從初期只會問答，到現在能用 AI 執行採購對帳、缺料分析、比價換算等實際工作任務，每個工作日都有在用，使用範圍持續擴大中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94360" cy="59436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3200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54"/>
                </a:solidFill>
                <a:latin typeface="Microsoft JhengHei"/>
              </a:rPr>
              <a:t>整體學習心得與下一步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28016" cy="150876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960120"/>
            <a:ext cx="11393424" cy="150876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69848"/>
            <a:ext cx="1109167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指令說清楚，結果就越準確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告訴 AI「哪個廠商、哪些檔案、什麼規則、要什麼格式」
說越清楚，AI 給的結果越精準，來回修正的次數越少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128016" cy="150876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2578608"/>
            <a:ext cx="11393424" cy="15087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88336"/>
            <a:ext cx="1109167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AI 擔任二次確認角色  →  降低對帳錯誤率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72968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以往痛點：對帳完沒有人再次確認單據，錯誤容易被忽略
實際案例：人工對完帳沒發現異常，AI 二次檢查抓出少入庫 46 Kg
→ 有 AI 幫忙把關，單據錯誤率明顯降低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97096"/>
            <a:ext cx="128016" cy="1508760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197096"/>
            <a:ext cx="11393424" cy="1508760"/>
          </a:xfrm>
          <a:prstGeom prst="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306824"/>
            <a:ext cx="1109167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654"/>
                </a:solidFill>
                <a:latin typeface="Microsoft JhengHei"/>
              </a:rPr>
              <a:t>下一步：繼續擴大應用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91456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Microsoft JhengHei"/>
              </a:rPr>
              <a:t>每月月初對帳流程 → 全部用 AI 輔助完成
新廠商報價比價 → 標準化成固定的 AI 協助流程
缺料分析 → 持續優化優先備料排序功能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5752" y="0"/>
            <a:ext cx="27432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88952" cy="73152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82512"/>
            <a:ext cx="4114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B4"/>
                </a:solidFill>
                <a:latin typeface="Microsoft JhengHei"/>
              </a:rPr>
              <a:t>AI 是工具，讓我把時間花在更重要的判斷上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2715768" cy="1691640"/>
          </a:xfrm>
          <a:prstGeom prst="rect">
            <a:avLst/>
          </a:prstGeom>
          <a:solidFill>
            <a:srgbClr val="3D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2715768" cy="475488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26840"/>
            <a:ext cx="2441448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採購對帳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05072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CCCC"/>
                </a:solidFill>
                <a:latin typeface="Microsoft JhengHei"/>
              </a:rPr>
              <a:t>AI 找出少入庫 46 Kg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3429000"/>
            <a:ext cx="2715768" cy="1691640"/>
          </a:xfrm>
          <a:prstGeom prst="rect">
            <a:avLst/>
          </a:prstGeom>
          <a:solidFill>
            <a:srgbClr val="3D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3429000"/>
            <a:ext cx="2715768" cy="475488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3526840"/>
            <a:ext cx="2441448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資料夾整理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005072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CCCC"/>
                </a:solidFill>
                <a:latin typeface="Microsoft JhengHei"/>
              </a:rPr>
              <a:t>重複檔案清除節省空間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3429000"/>
            <a:ext cx="2715768" cy="1691640"/>
          </a:xfrm>
          <a:prstGeom prst="rect">
            <a:avLst/>
          </a:prstGeom>
          <a:solidFill>
            <a:srgbClr val="3D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3429000"/>
            <a:ext cx="2715768" cy="475488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526840"/>
            <a:ext cx="2441448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比價換算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4005072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CCCC"/>
                </a:solidFill>
                <a:latin typeface="Microsoft JhengHei"/>
              </a:rPr>
              <a:t>秒算兩家廠商最划算報價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3429000"/>
            <a:ext cx="2715768" cy="1691640"/>
          </a:xfrm>
          <a:prstGeom prst="rect">
            <a:avLst/>
          </a:prstGeom>
          <a:solidFill>
            <a:srgbClr val="3D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984" y="3429000"/>
            <a:ext cx="2715768" cy="475488"/>
          </a:xfrm>
          <a:prstGeom prst="rect">
            <a:avLst/>
          </a:prstGeom>
          <a:solidFill>
            <a:srgbClr val="17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3526840"/>
            <a:ext cx="2441448" cy="2798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缺料分析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4005072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CCCC"/>
                </a:solidFill>
                <a:latin typeface="Microsoft JhengHei"/>
              </a:rPr>
              <a:t>新增優先備料排序功能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Microsoft JhengHei"/>
              </a:rPr>
              <a:t>廠務助理／採購　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icrosoft JhengHei"/>
              </a:rPr>
              <a:t>2026 年 4 月  |  達特世生技有限公司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